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namma-trip-beige.vercel.app" TargetMode="External"/><Relationship Id="rId2" Type="http://schemas.openxmlformats.org/officeDocument/2006/relationships/hyperlink" Target="https://github.com/drushya-mr/namma-tri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namma-trip-beige.vercel.app" TargetMode="External"/><Relationship Id="rId2" Type="http://schemas.openxmlformats.org/officeDocument/2006/relationships/hyperlink" Target="https://github.com/drushya-mr/namma-trip" TargetMode="External"/><Relationship Id="rId3" Type="http://schemas.openxmlformats.org/officeDocument/2006/relationships/hyperlink" Target="https://namma-trip.onrender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548640"/>
            <a:ext cx="4389120" cy="320040"/>
          </a:xfrm>
          <a:prstGeom prst="roundRect">
            <a:avLst>
              <a:gd name="adj" fmla="val 4285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48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KANNADA DIGITAL INNOVATION HACKATHON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ನಮ್ಮ ಟ್ರಿಪ್ — Namma Trip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Social Travel Planning Platform for Karnataka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Grounded Itineraries • 31/31 Districts • Kannada-First • Dual Q&amp;A • Privacy-Safe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97180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31/31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Districts Covered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100% Karnataka Representation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88920" y="297180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84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88920" y="3429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Curated Attractions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3749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 Geographic Clusters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100%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3429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Kannada Parity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749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155 Symmetrical i18n Keys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37960" y="297180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21/21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37960" y="3429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Automated Tests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3749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Zero-Hallucination Grounding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90E1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526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Drushya M R (drushya-mr)   |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App: </a:t>
            </a:r>
            <a:pPr algn="ctr" indent="0" marL="0">
              <a:buNone/>
            </a:pPr>
            <a:r>
              <a:rPr lang="en-US" sz="1000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https://namma-trip-beige.vercel.app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GitHub: </a:t>
            </a:r>
            <a:pPr algn="ctr" indent="0" marL="0">
              <a:buNone/>
            </a:pPr>
            <a:r>
              <a:rPr lang="en-US" sz="1000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https://github.com/drushya-mr/namma-trip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5603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KANNADA DIGITAL INNOVATION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Fragmented &amp; Misleading Tourism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face critical gaps in digital accessibility, geographic feasibility, and fee accuracy.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ನಮ್ಮ ಟ್ರಿಪ್ (Namma Trip) | Karnataka Smart Travel Planner | Live: namma-trip-beige.vercel.app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Digital Language Barrier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travel platforms default to English and treat regional languages as an afterthought. Kannada speakers lack native-first digital tools with culturally authentic descriptions and vocabulary.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AI Travel Hallucinations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LLMs generate geographically impossible itineraries (e.g. recommending Bidar and Mangaluru on the same afternoon) with nonexistent routes and arbitrary travel times.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06324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Fabricated Pricing &amp; Timings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566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often arrive at checkpoints or temples only to find fabricated ticket prices, closed gates, or conflicting timings, causing unexpected expenses and stranded tourists.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Neglected Micro-Tourism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566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information is heavily skewed toward Bengaluru, Mysuru, and Hampi, leaving 28 other rich cultural, historical, and ecological districts in Karnataka undiscovered.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5603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KANNADA DIGITAL INNOVATION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Namma Trip (ನಮ್ಮ ಟ್ರಿಪ್)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integrated, intelligent, and Kannada-first travel companion celebrating all 31 districts of Karnataka.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ನಮ್ಮ ಟ್ರಿಪ್ (Namma Trip) | Karnataka Smart Travel Planner | Live: namma-trip-beige.vercel.app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6459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45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Strictly Grounded AI Planner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14884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9-Cluster geographic adjacency engine prevents zigzag travel.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Itineraries strictly validated against authentic database place IDs.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Zero-hallucination rule: never invents entry fees or timings.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local fallback ensures 100% uptime with zero external credit dependencies.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50876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6459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645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Inclusive 31-District Coverage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214884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Curated 84 cultural, heritage, and nature destinations spanning all 31 districts.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Leaflet maps with zero paid external mapping APIs.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Verified badges: green for online-verified data, amber for unconfirmed items.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Categorized by Heritage, Nature, Waterfalls, Temples, Beaches, and Palaces.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150876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6459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645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Kannada-First Social Experience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14884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Defaults to Kannada (kn) on first visit with instant English switch.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155 i18n keys with automated 100% parity tests at build time.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 Q&amp;A: Grounded Ask-AI with official citations + Community Q&amp;A with upvotes.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Client-side EXIF/GPS metadata stripping and 9:16 Instagram Story card exporter.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5603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KANNADA DIGITAL INNOVATION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Target Audience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both local Kannada speakers and travelers exploring Karnataka.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ನಮ್ಮ ಟ್ರಿಪ್ (Namma Trip) | Karnataka Smart Travel Planner | Live: namma-trip-beige.vercel.app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🎯 Core Objectives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✔  Cultural Preservation: Modernize Kannada digital travel tools with authentic vocabulary and localized descriptions.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✔  Equitable Micro-Tourism: Showcase hidden spots in Kalyana-Karnataka, Malnad, and Central Karnataka alongside famous landmarks.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✔  Trust &amp; Reliability: Establish transparent data grounding so tourists never face hidden charges or closed gates.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✔  Privacy-First Architecture: Ensure user photos strip device GPS coordinates before sharing to social feeds.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👥 Target User Segments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👤  Local Kannada Families &amp; Seniors: Prefer Kannada navigation, family-friendly pacing, temple timings, and authentic food recommendations.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👤  Youth, Trekkers &amp; Solo Travelers: Need budget breakdowns, hiking difficulty ratings, and downloadable 9:16 Instagram Story cards.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👤  Interstate &amp; Global Heritage Tourists: Benefit from bilingual mode, verified pricing, and Leaflet route maps.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👤  Karnataka Tourism Ecosystem: Provides a scalable foundation for digital public tourism infrastructure.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5603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KANNADA DIGITAL INNOVATION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Capabilities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feature-complete mobile-first travel web application designed for real-world reliability.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ನಮ್ಮ ಟ್ರಿಪ್ (Namma Trip) | Karnataka Smart Travel Planner | Live: namma-trip-beige.vercel.app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1848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AI ENGINE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AI Itinerary Generator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16712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1–7 day customizable trips by city, budget, travel pace, and interests. Strict cluster adjacency routing.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15087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61848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DISCOVERY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All 31 Districts Live Explorer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16712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Real-time 31/31 live coverage counter with bilingual search across names, Kannada scripts, and clusters.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15087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61848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MAPPING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8076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Interactive Route Maps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216712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Numbered daily pins, route bounds, and null-coordinate safety built with Leaflet and OpenStreetMap.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0632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1729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COMMUNITY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868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Dual-Channel Q&amp;A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72160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Grounded Ask-AI with official citations + Community Q&amp;A with answer voting and accepted-answer verification.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30632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1729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INTEGRITY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Verification Badges &amp; Fees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372160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Transparent green badge for 12 verified places; amber badge for 72 unconfirmed places. Never guesses prices.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0" y="30632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31729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SOCIAL MEDIA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Stories &amp; 9:16 Canvas Cards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80760" y="372160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Social travel stories feed with client-side EXIF/GPS scrubbing and instant 9:16 Instagram Story card export.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5603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KANNADA DIGITAL INNOVATION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Karnataka Coverage: All 31 Districts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into 9 natural geographic clusters to guarantee seamless travel planning.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ನಮ್ಮ ಟ್ರಿಪ್ (Namma Trip) | Karnataka Smart Travel Planner | Live: namma-trip-beige.vercel.app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7680960" cy="594360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00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🌟 31 / 31 Districts Covered (100% Karnataka Representation) — 84 Places in Curated Dataset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40280"/>
          <a:ext cx="7680960" cy="242316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2743200"/>
              </a:tblGrid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Geographic Cluster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Districts Included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Sample Curated Attractions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 Bengaluru Belt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Bengaluru Urban &amp; Rural, Ramanagara, Chikkaballapura, Kolar, Tumakuru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Lalbagh, Bangalore Palace, Nandi Hills, Devanahalli Fort, Skandagiri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2. Old Mysuru &amp; Hoysala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Mysuru, Mandya, Chamarajanagar, Hassan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Mysore Palace, Chamundi Hills, KRS Gardens, Belur, Halebeedu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3. Malnad &amp; Coffee Hills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Kodagu, Chikkamagaluru, Shivamogga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Mullayanagiri, Abbey Falls, Jog Falls, Kudremukha, Agumbe Sunset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4. Coastal Karnataka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Dakshina Kannada, Udupi, Uttara Kannada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Panambur Beach, Malpe Beach, St. Mary's Island, Gokarna, Yana Caves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5. Mumbai-Karnataka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Belagavi, Dharwad, Gadag, Haveri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Gokak Falls, Belagavi Fort, Lakkundi Temples, Utsav Rock Garden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6. Chalukya &amp; Deccan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Bagalkote, Vijayapura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Badami Cave Temples, Pattadakal, Aihole, Gol Gumbaz, Ibrahim Rauza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7. Kalyana-Karnataka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Kalaburagi, Bidar, Yadgir, Raichur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Bidar Fort, Mahmud Gawan Madrasa, Gulbarga Fort, Deosugur Temple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8. Hampi &amp; Tungabhadra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Vijayanagara, Koppal, Ballari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Virupaksha Temple, Stone Chariot, Vijaya Vittala, Sanapur Lake, Ballari Fort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9. Central Karnataka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Chitradurga, Davanagere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Chitradurga Fort (Kallina Kote), Vani Vilasa Sagara Dam, Davanagere Benne Dosa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5603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KANNADA DIGITAL INNOVATION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Itinerary Generation &amp; Honest Budgeting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hallucinations. Realistic daily schedules with transparent fee breakdowns.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ನಮ್ಮ ಟ್ರಿಪ್ (Namma Trip) | Karnataka Smart Travel Planner | Live: namma-trip-beige.vercel.app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⚡ Cluster-Constrained Planning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05740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🔹  User selects Gateway City (e.g. Bengaluru, Mysuru, Badami), Duration (1–7 Days), Budget, and Pace.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🔹  System resolves gateway to its Geographic Cluster and loads candidate places strictly from adjacent clusters.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🔹  Gemini 1.5 Flash generates a structured JSON itinerary with day themes, morning/afternoon slots, and travel hours.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🔹  Strict Plan Validator verifies all place IDs against the database; auto-corrects or triggers deterministic fallback if needed.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🔹  Single-Day Regeneration allows users to re-roll individual days without disrupting the rest of the trip.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💰 Grounded Budget Transparency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✔  Authentic Fee Calculation: Only confirmed fees (e.g., ₹30 for Lalbagh, ₹20 for Jog Falls) are summed into entry costs.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✔  Null-Fee Integrity: When a fee is not confirmed in official records, the app NEVER invents a fake price — it flags it as unverified.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✔  Unverified Warning Banner: Any itinerary containing unverified places explicitly displays: "ಕನಿಷ್ಠ ಅಂದಾಜು; ಕೆಲವು ಪ್ರವೇಶ ಶುಲ್ಕಗಳು ದೃಢಪಟ್ಟಿಲ್ಲ" (Minimum estimate; some entry fees unconfirmed).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✔  Customized Pace Estimates: Daily estimated transport and food allowances adjusted for solo, friends, or family groups.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5603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KANNADA DIGITAL INNOVATION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Accessibility: Built Kannada-First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tools must respect and prioritize the local language, not treat it as a secondary translation.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ನಮ್ಮ ಟ್ರಿಪ್ (Namma Trip) | Karnataka Smart Travel Planner | Live: namma-trip-beige.vercel.app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45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🚩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057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Kannada-Default UX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Namma Trip opens in Kannada (kn) on first visit for every user, regardless of browser or OS defaults.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instant navbar toggle allows seamless one-click switching between "ಕನ್ನಡ" and "English" with persistent local storage preferences.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50876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645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2057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155-Key Symmetrical i18n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46888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linguistic parity with exactly 155 translation keys in both kn.json and en.json.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an automated test script (test-i18n-parity.cjs) executed at every build. Missing keys fail the build immediately.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150876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645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2057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UGC &amp; AI Translation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46888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 and community questions can be translated between Kannada and English on the fly.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Kannada cultural terms (ಜಿಲ್ಲೆಗಳು, ಪ್ರವಾಸ ಯೋಜನೆ, ಕರುನಾಡು) are preserved without awkward machine transliteration.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5603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KANNADA DIGITAL INNOVATION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User Experience Workflow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destination exploration to itinerary generation and privacy-safe story sharing.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ನಮ್ಮ ಟ್ರಿಪ್ (Namma Trip) | Karnataka Smart Travel Planner | Live: namma-trip-beige.vercel.app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600200"/>
            <a:ext cx="1417320" cy="2834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78308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Discover &amp; Explore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1234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Browse 31 districts, filter by cluster or category, view 31/31 live counter and trending attractions.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04288" y="1600200"/>
            <a:ext cx="1417320" cy="2834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61488" y="178308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2761488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95728" y="24231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Configure Preferences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95728" y="2971800"/>
            <a:ext cx="1234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Select starting city, trip duration (1-7 days), budget, pace (relaxed vs packed), and interests.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77056" y="1600200"/>
            <a:ext cx="1417320" cy="2834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4256" y="178308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334256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68496" y="24231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Generate &amp; Map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68496" y="2971800"/>
            <a:ext cx="1234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Receive grounded daily itinerary with Leaflet map route, time slots, fees, and single-day regeneration.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49824" y="1600200"/>
            <a:ext cx="1417320" cy="2834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178308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907024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41264" y="24231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Ask AI &amp; Community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41264" y="2971800"/>
            <a:ext cx="1234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Ask questions in Kannada or English; receive grounded answers with official government citations.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22592" y="1600200"/>
            <a:ext cx="1417320" cy="2834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9792" y="178308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7479792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14032" y="24231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Share &amp; Export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14032" y="2971800"/>
            <a:ext cx="1234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Publish trip stories with client-side EXIF/GPS scrubbing or export 9:16 Instagram Story canvas cards.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5603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KANNADA DIGITAL INNOVATION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Flow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decoupled micro-architecture deployed across Vercel and Render.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ನಮ್ಮ ಟ್ರಿಪ್ (Namma Trip) | Karnataka Smart Travel Planner | Live: namma-trip-beige.vercel.app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1828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645920"/>
            <a:ext cx="16459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FRONTEND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Client Layer (Vercel)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2468880"/>
            <a:ext cx="16093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React 18 Single Page App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Vite 6 build engine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Tailwind CSS + Lucide Icons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react-i18next localization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HTML5 Canvas EXIF stripper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Leaflet + OpenStreetMap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697480" y="1508760"/>
            <a:ext cx="1828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1645920"/>
            <a:ext cx="16459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NETWORKING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8892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Edge Proxy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07208" y="2468880"/>
            <a:ext cx="16093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Vercel Serverless Rewrites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Routes /api/* directly to Render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Zero CORS friction in production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Automatic fallback to Render API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SPA client route rewrites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663440" y="1508760"/>
            <a:ext cx="1828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645920"/>
            <a:ext cx="16459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BACKEND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Service Layer (Render)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2468880"/>
            <a:ext cx="16093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Node.js &amp; Express REST API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Zod schema validation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Express-rate-limit protection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Content moderation filter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Cluster Adjacency Engine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Grounded Ask-AI Service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629400" y="1508760"/>
            <a:ext cx="1828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1645920"/>
            <a:ext cx="16459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AI &amp; DB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2084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AI &amp; Data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39128" y="2468880"/>
            <a:ext cx="16093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Hybrid Data &amp; AI Store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Google Gemini 1.5 Flash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Candidate-constrained prompts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Deterministic local fallback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84 places seed dataset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• PostgreSQL schema (15 tables)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5603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KANNADA DIGITAL INNOVATION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Engineering Standards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modern, open, and lightweight technologies for maximum reliability.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ನಮ್ಮ ಟ್ರಿಪ್ (Namma Trip) | Karnataka Smart Travel Planner | Live: namma-trip-beige.vercel.app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7680960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822960"/>
                <a:gridCol w="3200400"/>
              </a:tblGrid>
              <a:tr h="282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Layer / Domain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Technology / Library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Engineering Role &amp; Justification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82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Frontend Framework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React &amp; ReactDOM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18.3.1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Component-based UI with mobile-first responsive architecture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Build Tool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Vite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6.4.4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Lightning-fast HMR and optimized production bundling (2031 modules)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Styling &amp; Icons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Tailwind CSS + Lucide React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3.4 / 1.16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Custom Karnataka palette (red, amber, yellow) and featherweight iconography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Mapping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Leaflet + React-Leaflet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1.9.4 / 4.2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Open-source interactive route map with zero paid API keys or tracking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Localization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i18next + react-i18next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24.2 / 15.4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Strict Kannada-first persistence and 155-key parity checking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Backend Runtime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Node.js + Express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24.2 / 4.21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Lightweight REST API with 17 active endpoints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Schema Validation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Zod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3.24.2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Strict runtime validation for itinerary parameters and place schemas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AI Engine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Google Generative AI (Gemini)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0.24.0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Gemini 1.5 Flash in JSON mode with retry loop and local fallback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Database &amp; Schema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PostgreSQL / Supabase Ready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2.49.1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15 normalized tables with Row-Level Security; in-memory fallback store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Deployment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Vercel (UI) + Render (API)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Production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Serverless edge CDN proxy coupled with isolated web service backend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5603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KANNADA DIGITAL INNOVATION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Grounded AI vs Generic LLMs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Namma Trip eliminates the risks and errors endemic to standard AI travel planners.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ನಮ್ಮ ಟ್ರಿಪ್ (Namma Trip) | Karnataka Smart Travel Planner | Live: namma-trip-beige.vercel.app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7680960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01752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Evaluation Dimension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Generic LLM Travel Planners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Namma Trip Grounded Architecture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Destination Validation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Hallucinates fake attractions, closed resorts, or mislocates places in wrong states.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Strictly candidate-constrained: Every stop MUST match an authentic ID in the 84-place Karnataka database.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Geographic Feasibility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Generates impossible day plans (e.g. Belagavi in the morning, Hampi in the afternoon).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9-Cluster Adjacency Engine: Enforces strict geographic bounds; stops must be within the same or adjacent clusters.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Ticket Fees &amp; Pricing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Guesses and outputs confident fake prices, leading to tourist shock at ticket counters.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Never invents numbers: Confirmed prices shown with green badge; unconfirmed fees flagged with amber disclaimers.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Kannada Linguistic Depth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Shallow translation with grammatical errors and awkward machine transliterations.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Native Kannada descriptions, localized vocabulary, and build-time verified 100% key parity.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API Key &amp; Offline Resilience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Crashes or refuses to generate if LLM rate limits or billing credits run out.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Deterministic Local Planner: Automatically produces authentic candidate-based plans even with zero AI API keys.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5603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KANNADA DIGITAL INNOVATION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Testing &amp; Future Roadmap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Rigorously verified test suite, honest limitations, and future product roadmap.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ನಮ್ಮ ಟ್ರಿಪ್ (Namma Trip) | Karnataka Smart Travel Planner | Live: namma-trip-beige.vercel.app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🧪 Automated Testing &amp; Verification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057400"/>
            <a:ext cx="33832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21 / 21 Backend Tests Passing (Node.js test runner):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API Integration: Health, search, feed, posts, Q&amp;A, reports (12 tests)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Ask-AI Grounding: Script detection, null fee integrity, citation checks (3 tests)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Plan Validation: Candidate enforcement, cluster rules, fee logic (3 tests)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Regression Suite: 31-district coverage &amp; parameter coercion (3 tests)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i18n Parity Check: 155/155 keys identical between kn.json &amp; en.json.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Production Build: 2031 modules transformed cleanly with zero errors.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🚀 Limitations &amp; Future Roadmap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33832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Honest Current Limitations: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12 of 84 places currently online-verified; 72 show amber warning badges until ground verification is completed.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In-memory store on Render resets on cold restart unless Supabase credentials are configured in .env.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Future Product Roadmap: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KSRTC Bus &amp; South Western Railway transit booking integration.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Voice search and Kannada dialect support (Kundagannada, Arebhashe, Uttara Karnataka).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Crowdsourced community verifier network with reputation scores.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Offline Progressive Web App (PWA) with service workers.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ಕರುನಾಡಿನ ಪ್ರವಾಸವನ್ನು ಸುಲಭವಾಗಿ ಯೋಜಿಸಿ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Namma Trip: Digital Innovation for Karnataka Tourism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1463040"/>
            <a:ext cx="694944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🌐 Live Application (Vercel):</a:t>
            </a:r>
            <a:endParaRPr lang="en-US" sz="11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411480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8BDF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https://namma-trip-beige.vercel.app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💻 GitHub Repository:</a:t>
            </a:r>
            <a:endParaRPr lang="en-US" sz="11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411480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8BDF8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https://github.com/drushya-mr/namma-trip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⚙️ Backend REST API (Render):</a:t>
            </a:r>
            <a:endParaRPr lang="en-US" sz="110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41148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8BDF8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https://namma-trip.onrender.com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7160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👤 Developer &amp; Author: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Drushya M R (drushyamr2@gmail.com | github.com/drushya-mr)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🏆 Hackathon Track: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Kannada Digital Innovation Hackathon 2026 — AI Travel Planner for Karnataka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Thank you! Open for Live Demonstration and Q&amp;A.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Kannada Digital Innovation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Namma Trip - Karnataka Smart Travel Planner</dc:title>
  <dc:subject>PptxGenJS Presentation</dc:subject>
  <dc:creator>Drushya M R</dc:creator>
  <cp:lastModifiedBy>Drushya M R</cp:lastModifiedBy>
  <cp:revision>1</cp:revision>
  <dcterms:created xsi:type="dcterms:W3CDTF">2026-10-24T10:03:54Z</dcterms:created>
  <dcterms:modified xsi:type="dcterms:W3CDTF">2026-10-24T10:03:54Z</dcterms:modified>
</cp:coreProperties>
</file>